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分期付款说明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版本 2026.10.1 · 生效日期 2026-10-01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支持期数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部分商品支持 3 期、6 期与 12 期分期，具体期数以结算页展示为准。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手续费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3 期免手续费；6 期与 12 期按银行或支付渠道标准收取手续费，手续费不退还。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退款处理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分期订单退款时，已收取的手续费不予退还，剩余期数由支付渠道终止。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逾期与风控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分期由支付渠道独立审批，商城不参与授信决策，逾期责任按渠道协议处理。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提前还款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提前还款需通过支付渠道办理，已收取的手续费不予退还。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退款与分期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分期订单退款优先冲抵未出账分期，已出账部分由渠道退回。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分期与优惠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分期订单可同时使用优惠券，优惠金额在首期账单中体现。</a:t>
            </a:r>
          </a:p>
          <a:p>
            <a:pPr>
              <a:defRPr sz="1600"/>
            </a:pPr>
            <a:r>
              <a:t>分期手续费不参与优惠券门槛计算。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提前结清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提前结清需通过支付渠道办理，结清后剩余期数的手续费按渠道规则处理。</a:t>
            </a:r>
          </a:p>
          <a:p>
            <a:pPr>
              <a:defRPr sz="1600"/>
            </a:pPr>
            <a:r>
              <a:t>提前结清不影响订单的售后权益，退货仍按原订单金额计算。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附录：分期情形速查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情形一：支持几期。结论：3 期、6 期与 12 期，以结算页展示为准。</a:t>
            </a:r>
          </a:p>
          <a:p>
            <a:pPr>
              <a:defRPr sz="1600"/>
            </a:pPr>
            <a:r>
              <a:t>情形二：3 期有手续费吗。结论：免手续费。</a:t>
            </a:r>
          </a:p>
          <a:p>
            <a:pPr>
              <a:defRPr sz="1600"/>
            </a:pPr>
            <a:r>
              <a:t>情形三：6 期有手续费吗。结论：按银行或支付渠道标准收取。</a:t>
            </a:r>
          </a:p>
          <a:p>
            <a:pPr>
              <a:defRPr sz="1600"/>
            </a:pPr>
            <a:r>
              <a:t>情形四：12 期有手续费吗。结论：按银行或支付渠道标准收取。</a:t>
            </a:r>
          </a:p>
          <a:p>
            <a:pPr>
              <a:defRPr sz="1600"/>
            </a:pPr>
            <a:r>
              <a:t>情形五：手续费退吗。结论：不予退还。</a:t>
            </a:r>
          </a:p>
          <a:p>
            <a:pPr>
              <a:defRPr sz="1600"/>
            </a:pPr>
            <a:r>
              <a:t>情形六：分期订单退款手续费退吗。结论：已收取的不予退还。</a:t>
            </a:r>
          </a:p>
          <a:p>
            <a:pPr>
              <a:defRPr sz="1600"/>
            </a:pPr>
            <a:r>
              <a:t>情形七：剩余期数怎么处理。结论：由支付渠道终止。</a:t>
            </a:r>
          </a:p>
          <a:p>
            <a:pPr>
              <a:defRPr sz="1600"/>
            </a:pPr>
            <a:r>
              <a:t>情形八：分期能叠加优惠券吗。结论：可以。</a:t>
            </a:r>
          </a:p>
          <a:p>
            <a:pPr>
              <a:defRPr sz="1600"/>
            </a:pPr>
            <a:r>
              <a:t>情形九：提前还款收费吗。结论：已收取的手续费不予退还。</a:t>
            </a:r>
          </a:p>
          <a:p>
            <a:pPr>
              <a:defRPr sz="1600"/>
            </a:pPr>
            <a:r>
              <a:t>情形十：分期谁审批。结论：由支付渠道独立审批。</a:t>
            </a:r>
          </a:p>
          <a:p>
            <a:pPr>
              <a:defRPr sz="1600"/>
            </a:pPr>
            <a:r>
              <a:t>情形十一：逾期谁负责。结论：按渠道协议处理。</a:t>
            </a:r>
          </a:p>
          <a:p>
            <a:pPr>
              <a:defRPr sz="1600"/>
            </a:pPr>
            <a:r>
              <a:t>情形十二：哪些商品支持分期。结论：部分商品，以结算页展示为准。</a:t>
            </a:r>
          </a:p>
          <a:p>
            <a:pPr>
              <a:defRPr sz="1600"/>
            </a:pPr>
            <a:r>
              <a:t>情形十三：手续费参与门槛计算吗。结论：不参与。</a:t>
            </a:r>
          </a:p>
          <a:p>
            <a:pPr>
              <a:defRPr sz="1600"/>
            </a:pPr>
            <a:r>
              <a:t>情形十四：商城参与授信吗。结论：不参与授信决策。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附录：分期口径问答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问题一：支持几期？答复：3 期、6 期与 12 期。</a:t>
            </a:r>
          </a:p>
          <a:p>
            <a:pPr>
              <a:defRPr sz="1600"/>
            </a:pPr>
            <a:r>
              <a:t>问题二：3 期手续费？答复：免手续费。</a:t>
            </a:r>
          </a:p>
          <a:p>
            <a:pPr>
              <a:defRPr sz="1600"/>
            </a:pPr>
            <a:r>
              <a:t>问题三：6 期与 12 期手续费？答复：按渠道标准收取。</a:t>
            </a:r>
          </a:p>
          <a:p>
            <a:pPr>
              <a:defRPr sz="1600"/>
            </a:pPr>
            <a:r>
              <a:t>问题四：手续费退吗？答复：不予退还。</a:t>
            </a:r>
          </a:p>
          <a:p>
            <a:pPr>
              <a:defRPr sz="1600"/>
            </a:pPr>
            <a:r>
              <a:t>问题五：退款后手续费？答复：已收取的不退。</a:t>
            </a:r>
          </a:p>
          <a:p>
            <a:pPr>
              <a:defRPr sz="1600"/>
            </a:pPr>
            <a:r>
              <a:t>问题六：剩余期数？答复：由支付渠道终止。</a:t>
            </a:r>
          </a:p>
          <a:p>
            <a:pPr>
              <a:defRPr sz="1600"/>
            </a:pPr>
            <a:r>
              <a:t>问题七：提前还款？答复：通过支付渠道办理。</a:t>
            </a:r>
          </a:p>
          <a:p>
            <a:pPr>
              <a:defRPr sz="1600"/>
            </a:pPr>
            <a:r>
              <a:t>问题八：能叠加优惠券吗？答复：可以。</a:t>
            </a:r>
          </a:p>
          <a:p>
            <a:pPr>
              <a:defRPr sz="1600"/>
            </a:pPr>
            <a:r>
              <a:t>问题九：谁审批？答复：支付渠道独立审批。</a:t>
            </a:r>
          </a:p>
          <a:p>
            <a:pPr>
              <a:defRPr sz="1600"/>
            </a:pPr>
            <a:r>
              <a:t>问题十：逾期责任？答复：按渠道协议处理。</a:t>
            </a:r>
          </a:p>
          <a:p>
            <a:pPr>
              <a:defRPr sz="1600"/>
            </a:pPr>
            <a:r>
              <a:t>问题十一：哪些商品支持？答复：部分商品，以结算页为准。</a:t>
            </a:r>
          </a:p>
          <a:p>
            <a:pPr>
              <a:defRPr sz="1600"/>
            </a:pPr>
            <a:r>
              <a:t>问题十二：商城参与授信吗？答复：不参与。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附录：分期规则边界与例外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边界一：分期支持 3 期、6 期与 12 期，以结算页展示为准。</a:t>
            </a:r>
          </a:p>
          <a:p>
            <a:pPr>
              <a:defRPr sz="1600"/>
            </a:pPr>
            <a:r>
              <a:t>边界二：3 期免手续费。</a:t>
            </a:r>
          </a:p>
          <a:p>
            <a:pPr>
              <a:defRPr sz="1600"/>
            </a:pPr>
            <a:r>
              <a:t>边界三：6 期与 12 期按银行或支付渠道标准收取手续费。</a:t>
            </a:r>
          </a:p>
          <a:p>
            <a:pPr>
              <a:defRPr sz="1600"/>
            </a:pPr>
            <a:r>
              <a:t>边界四：已收取的手续费不予退还。</a:t>
            </a:r>
          </a:p>
          <a:p>
            <a:pPr>
              <a:defRPr sz="1600"/>
            </a:pPr>
            <a:r>
              <a:t>边界五：分期订单退款时剩余期数由支付渠道终止。</a:t>
            </a:r>
          </a:p>
          <a:p>
            <a:pPr>
              <a:defRPr sz="1600"/>
            </a:pPr>
            <a:r>
              <a:t>边界六：分期由支付渠道独立审批，商城不参与授信。</a:t>
            </a:r>
          </a:p>
          <a:p>
            <a:pPr>
              <a:defRPr sz="1600"/>
            </a:pPr>
            <a:r>
              <a:t>边界七：逾期责任按渠道协议处理。</a:t>
            </a:r>
          </a:p>
          <a:p>
            <a:pPr>
              <a:defRPr sz="1600"/>
            </a:pPr>
            <a:r>
              <a:t>边界八：分期可叠加优惠券，优惠在首期体现。</a:t>
            </a:r>
          </a:p>
          <a:p>
            <a:pPr>
              <a:defRPr sz="1600"/>
            </a:pPr>
            <a:r>
              <a:t>边界九：手续费不参与优惠券门槛计算。</a:t>
            </a:r>
          </a:p>
          <a:p>
            <a:pPr>
              <a:defRPr sz="1600"/>
            </a:pPr>
            <a:r>
              <a:t>边界十：分期规则以当前生效版本为准。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