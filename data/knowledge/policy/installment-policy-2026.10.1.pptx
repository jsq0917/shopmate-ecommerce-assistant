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分期付款说明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版本 2026.10.1 · 生效日期 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支持期数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部分商品支持 3 期、6 期与 12 期分期，具体期数以结算页展示为准。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手续费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3 期免手续费；6 期与 12 期按银行或支付渠道标准收取手续费，手续费不退还。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退款处理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分期订单退款时，已收取的手续费不予退还，剩余期数由支付渠道终止。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逾期与风控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分期由支付渠道独立审批，商城不参与授信决策，逾期责任按渠道协议处理。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提前还款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提前还款需通过支付渠道办理，已收取的手续费不予退还。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退款与分期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分期订单退款优先冲抵未出账分期，已出账部分由渠道退回。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分期与优惠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分期订单可同时使用优惠券，优惠金额在首期账单中体现。</a:t>
            </a:r>
          </a:p>
          <a:p>
            <a:pPr>
              <a:defRPr sz="1600"/>
            </a:pPr>
            <a:r>
              <a:t>分期手续费不参与优惠券门槛计算。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提前结清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提前结清需通过支付渠道办理，结清后剩余期数的手续费按渠道规则处理。</a:t>
            </a:r>
          </a:p>
          <a:p>
            <a:pPr>
              <a:defRPr sz="1600"/>
            </a:pPr>
            <a:r>
              <a:t>提前结清不影响订单的售后权益，退货仍按原订单金额计算。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